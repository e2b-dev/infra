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0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0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napshotReport">
  <a:themeElements>
    <a:clrScheme name="SnapshotReport">
      <a:dk1>
        <a:srgbClr val="17212B"/>
      </a:dk1>
      <a:lt1>
        <a:srgbClr val="F7F8F9"/>
      </a:lt1>
      <a:dk2>
        <a:srgbClr val="657280"/>
      </a:dk2>
      <a:lt2>
        <a:srgbClr val="FFFFFF"/>
      </a:lt2>
      <a:accent1>
        <a:srgbClr val="008C8C"/>
      </a:accent1>
      <a:accent2>
        <a:srgbClr val="2B6CB0"/>
      </a:accent2>
      <a:accent3>
        <a:srgbClr val="D97904"/>
      </a:accent3>
      <a:accent4>
        <a:srgbClr val="2E7D32"/>
      </a:accent4>
      <a:accent5>
        <a:srgbClr val="6750A4"/>
      </a:accent5>
      <a:accent6>
        <a:srgbClr val="B83232"/>
      </a:accent6>
      <a:hlink>
        <a:srgbClr val="2B6CB0"/>
      </a:hlink>
      <a:folHlink>
        <a:srgbClr val="6750A4"/>
      </a:folHlink>
    </a:clrScheme>
    <a:fontScheme name="Office">
      <a:majorFont>
        <a:latin typeface="Lato"/>
        <a:ea typeface="Droid Sans Fallback"/>
      </a:majorFont>
      <a:minorFont>
        <a:latin typeface="Lato"/>
        <a:ea typeface="Droid Sans Fallback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  <ScaleCrop>false</ScaleCrop>
  <Company>E2B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三层快照机制与跨 microVM 内存共享</dc:title>
  <dc:subject>Snapshot and memory sharing report</dc:subject>
  <dc:creator>Codex</dc:creator>
  <cp:lastModifiedBy>Codex</cp:lastModifiedBy>
  <dcterms:created xsi:type="dcterms:W3CDTF">2026-06-26T07:06:43Z</dcterms:created>
  <dcterms:modified xsi:type="dcterms:W3CDTF">2026-06-26T07:06:43Z</dcterms:modified>
</cp:coreProperties>
</file>